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1DDE1B-2A33-49A5-8620-770E0608E03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3BB8F2-3A39-4245-9501-9791374F0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070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BB8F2-3A39-4245-9501-9791374F0D3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966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45CAD7BC-FAA8-42E8-9F89-021580F9D86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720862-63EB-4CE1-B7C1-2CE2B0D6B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983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CAD7BC-FAA8-42E8-9F89-021580F9D86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720862-63EB-4CE1-B7C1-2CE2B0D6B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090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5CAD7BC-FAA8-42E8-9F89-021580F9D865}" type="datetimeFigureOut">
              <a:rPr lang="en-US" smtClean="0"/>
              <a:t>10/1/2026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0720862-63EB-4CE1-B7C1-2CE2B0D6B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974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AD7BC-FAA8-42E8-9F89-021580F9D86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20862-63EB-4CE1-B7C1-2CE2B0D6B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636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CAD7BC-FAA8-42E8-9F89-021580F9D86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720862-63EB-4CE1-B7C1-2CE2B0D6BC8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59588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CAD7BC-FAA8-42E8-9F89-021580F9D86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720862-63EB-4CE1-B7C1-2CE2B0D6B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63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CAD7BC-FAA8-42E8-9F89-021580F9D86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720862-63EB-4CE1-B7C1-2CE2B0D6BC8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609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CAD7BC-FAA8-42E8-9F89-021580F9D86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720862-63EB-4CE1-B7C1-2CE2B0D6BC8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250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CAD7BC-FAA8-42E8-9F89-021580F9D86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720862-63EB-4CE1-B7C1-2CE2B0D6BC8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691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CAD7BC-FAA8-42E8-9F89-021580F9D86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720862-63EB-4CE1-B7C1-2CE2B0D6BC8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645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45CAD7BC-FAA8-42E8-9F89-021580F9D86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0720862-63EB-4CE1-B7C1-2CE2B0D6B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400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45CAD7BC-FAA8-42E8-9F89-021580F9D86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D0720862-63EB-4CE1-B7C1-2CE2B0D6B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041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45CAD7BC-FAA8-42E8-9F89-021580F9D86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D0720862-63EB-4CE1-B7C1-2CE2B0D6B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739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45CAD7BC-FAA8-42E8-9F89-021580F9D86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D0720862-63EB-4CE1-B7C1-2CE2B0D6B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2117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45CAD7BC-FAA8-42E8-9F89-021580F9D86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D0720862-63EB-4CE1-B7C1-2CE2B0D6B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4457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CAD7BC-FAA8-42E8-9F89-021580F9D86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720862-63EB-4CE1-B7C1-2CE2B0D6BC8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5996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CAD7BC-FAA8-42E8-9F89-021580F9D86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720862-63EB-4CE1-B7C1-2CE2B0D6BC8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34147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45CAD7BC-FAA8-42E8-9F89-021580F9D86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720862-63EB-4CE1-B7C1-2CE2B0D6BC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71008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CAD7BC-FAA8-42E8-9F89-021580F9D86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720862-63EB-4CE1-B7C1-2CE2B0D6BC8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7247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CAD7BC-FAA8-42E8-9F89-021580F9D86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720862-63EB-4CE1-B7C1-2CE2B0D6BC8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90785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CAD7BC-FAA8-42E8-9F89-021580F9D86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720862-63EB-4CE1-B7C1-2CE2B0D6B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16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CAD7BC-FAA8-42E8-9F89-021580F9D86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720862-63EB-4CE1-B7C1-2CE2B0D6B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7943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CAD7BC-FAA8-42E8-9F89-021580F9D86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720862-63EB-4CE1-B7C1-2CE2B0D6B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1715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CAD7BC-FAA8-42E8-9F89-021580F9D86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720862-63EB-4CE1-B7C1-2CE2B0D6B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9193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CAD7BC-FAA8-42E8-9F89-021580F9D86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720862-63EB-4CE1-B7C1-2CE2B0D6B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4689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CAD7BC-FAA8-42E8-9F89-021580F9D86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720862-63EB-4CE1-B7C1-2CE2B0D6B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6001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CAD7BC-FAA8-42E8-9F89-021580F9D86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720862-63EB-4CE1-B7C1-2CE2B0D6B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585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A9BF2-FBFB-E8D3-0599-B755ECE7FD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2805A-EB61-AD23-6FE2-33BC7F75BE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FAC69-EDB2-AB57-0AA2-6452DC354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AD7BC-FAA8-42E8-9F89-021580F9D86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53844-6B05-6A1B-808F-7DD05CF11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61EE0-B6FD-6BBD-6B28-1418DD7DD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20862-63EB-4CE1-B7C1-2CE2B0D6B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458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45CAD7BC-FAA8-42E8-9F89-021580F9D86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D0720862-63EB-4CE1-B7C1-2CE2B0D6BC8F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9308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2114B-3F06-C104-DE49-FB9440C8F3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838632"/>
          </a:xfrm>
        </p:spPr>
        <p:txBody>
          <a:bodyPr/>
          <a:lstStyle/>
          <a:p>
            <a:r>
              <a:rPr lang="en-US" dirty="0"/>
              <a:t>Personal Expense Tracker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F98C51-ECF7-BAE0-A029-EFA5325483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04103"/>
            <a:ext cx="9144000" cy="4277031"/>
          </a:xfrm>
        </p:spPr>
        <p:txBody>
          <a:bodyPr>
            <a:normAutofit fontScale="40000" lnSpcReduction="20000"/>
          </a:bodyPr>
          <a:lstStyle/>
          <a:p>
            <a:r>
              <a:rPr lang="en-US" sz="8000" b="1" dirty="0"/>
              <a:t>Misker Negash</a:t>
            </a:r>
          </a:p>
          <a:p>
            <a:pPr marL="1143000" indent="-1143000" algn="l">
              <a:buFont typeface="Arial" panose="020B0604020202020204" pitchFamily="34" charset="0"/>
              <a:buChar char="•"/>
            </a:pPr>
            <a:r>
              <a:rPr lang="en-US" sz="8000" dirty="0"/>
              <a:t>Python final project</a:t>
            </a:r>
          </a:p>
          <a:p>
            <a:pPr marL="1143000" lvl="0" indent="-1143000" algn="l">
              <a:buFont typeface="Arial" panose="020B0604020202020204" pitchFamily="34" charset="0"/>
              <a:buChar char="•"/>
            </a:pPr>
            <a:r>
              <a:rPr lang="en-US" sz="8000" dirty="0"/>
              <a:t>Lets users add expenses</a:t>
            </a:r>
          </a:p>
          <a:p>
            <a:pPr marL="1143000" lvl="0" indent="-1143000" algn="l">
              <a:buFont typeface="Arial" panose="020B0604020202020204" pitchFamily="34" charset="0"/>
              <a:buChar char="•"/>
            </a:pPr>
            <a:r>
              <a:rPr lang="en-US" sz="8000" dirty="0"/>
              <a:t>Shows saved expenses</a:t>
            </a:r>
          </a:p>
          <a:p>
            <a:pPr marL="1143000" lvl="0" indent="-1143000" algn="l">
              <a:buFont typeface="Arial" panose="020B0604020202020204" pitchFamily="34" charset="0"/>
              <a:buChar char="•"/>
            </a:pPr>
            <a:r>
              <a:rPr lang="en-US" sz="8000" dirty="0"/>
              <a:t>Calculates total spending</a:t>
            </a:r>
          </a:p>
          <a:p>
            <a:pPr marL="1143000" lvl="0" indent="-1143000" algn="l">
              <a:buFont typeface="Arial" panose="020B0604020202020204" pitchFamily="34" charset="0"/>
              <a:buChar char="•"/>
            </a:pPr>
            <a:r>
              <a:rPr lang="en-US" sz="8000" dirty="0"/>
              <a:t>Uses a menu to let the user choose what to do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326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39882-A54E-078D-B930-D52BC5EE8F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30750"/>
            <a:ext cx="9144000" cy="883418"/>
          </a:xfrm>
        </p:spPr>
        <p:txBody>
          <a:bodyPr>
            <a:normAutofit fontScale="90000"/>
          </a:bodyPr>
          <a:lstStyle/>
          <a:p>
            <a:r>
              <a:rPr lang="en-US" dirty="0"/>
              <a:t>What Went Right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3696D5-54B5-23F4-9C4C-49B3ED1541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66452"/>
            <a:ext cx="10668000" cy="4817806"/>
          </a:xfrm>
        </p:spPr>
        <p:txBody>
          <a:bodyPr>
            <a:normAutofit/>
          </a:bodyPr>
          <a:lstStyle/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Built and tested one feature at a time</a:t>
            </a:r>
          </a:p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Used a list of dictionaries to organize expense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841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AF0C6-C45F-F7CA-936A-E815783C1C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4800"/>
            <a:ext cx="9144000" cy="1543665"/>
          </a:xfrm>
        </p:spPr>
        <p:txBody>
          <a:bodyPr>
            <a:normAutofit/>
          </a:bodyPr>
          <a:lstStyle/>
          <a:p>
            <a:r>
              <a:rPr lang="en-US" dirty="0"/>
              <a:t>Challenges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A7101-0E74-234D-233E-6BC3CF1C51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1966451"/>
            <a:ext cx="10481187" cy="4719483"/>
          </a:xfrm>
        </p:spPr>
        <p:txBody>
          <a:bodyPr>
            <a:norm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dirty="0"/>
              <a:t>Indentation and menu logic caused some problems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dirty="0"/>
              <a:t>I could have planned and tested the program earlier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404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7160C-7DE9-9D70-717B-1E18AA9A7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99768"/>
            <a:ext cx="9144000" cy="1199535"/>
          </a:xfrm>
        </p:spPr>
        <p:txBody>
          <a:bodyPr>
            <a:normAutofit/>
          </a:bodyPr>
          <a:lstStyle/>
          <a:p>
            <a:r>
              <a:rPr lang="en-US" dirty="0"/>
              <a:t>What I Learned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7852EE-D63B-4957-13AF-F0483827F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82761"/>
            <a:ext cx="9438968" cy="4075471"/>
          </a:xfrm>
        </p:spPr>
        <p:txBody>
          <a:bodyPr>
            <a:normAutofit/>
          </a:bodyPr>
          <a:lstStyle/>
          <a:p>
            <a:pPr marL="571500" lvl="0" indent="-571500" algn="l">
              <a:buFont typeface="Arial" panose="020B0604020202020204" pitchFamily="34" charset="0"/>
              <a:buChar char="•"/>
            </a:pPr>
            <a:r>
              <a:rPr lang="en-US" sz="3200" dirty="0"/>
              <a:t>Needed a good way to store multiple expenses</a:t>
            </a:r>
          </a:p>
          <a:p>
            <a:pPr lvl="0" algn="l"/>
            <a:r>
              <a:rPr lang="en-US" sz="3200" dirty="0"/>
              <a:t>Used dictionaries inside a list</a:t>
            </a:r>
          </a:p>
          <a:p>
            <a:pPr marL="571500" lvl="0" indent="-571500" algn="l">
              <a:buFont typeface="Arial" panose="020B0604020202020204" pitchFamily="34" charset="0"/>
              <a:buChar char="•"/>
            </a:pPr>
            <a:r>
              <a:rPr lang="en-US" sz="3200" dirty="0"/>
              <a:t>Tested each change before adding more features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676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FD23D-E949-FC4A-24FC-D620C8832B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98090"/>
            <a:ext cx="9144000" cy="1101213"/>
          </a:xfrm>
        </p:spPr>
        <p:txBody>
          <a:bodyPr>
            <a:normAutofit/>
          </a:bodyPr>
          <a:lstStyle/>
          <a:p>
            <a:r>
              <a:rPr lang="en-US" dirty="0"/>
              <a:t>Actionable Advice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A94ED-268E-A447-F933-92DD9CE66A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35277"/>
            <a:ext cx="9144000" cy="3222523"/>
          </a:xfrm>
        </p:spPr>
        <p:txBody>
          <a:bodyPr/>
          <a:lstStyle/>
          <a:p>
            <a:r>
              <a:rPr lang="en-US" b="1" dirty="0"/>
              <a:t>Lessons Learned</a:t>
            </a:r>
            <a:endParaRPr lang="en-US" dirty="0"/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dirty="0"/>
              <a:t>Build and test one feature at a time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dirty="0"/>
              <a:t>Make small Git commits after each working feature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93792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464</TotalTime>
  <Words>110</Words>
  <Application>Microsoft Office PowerPoint</Application>
  <PresentationFormat>Widescreen</PresentationFormat>
  <Paragraphs>22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Felix Titling</vt:lpstr>
      <vt:lpstr>Goudy Old Style</vt:lpstr>
      <vt:lpstr>Archway</vt:lpstr>
      <vt:lpstr>Personal Expense Tracker</vt:lpstr>
      <vt:lpstr>What Went Right</vt:lpstr>
      <vt:lpstr>Challenges</vt:lpstr>
      <vt:lpstr>What I Learned</vt:lpstr>
      <vt:lpstr>Actionable Advice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Misker negash</dc:creator>
  <cp:lastModifiedBy>Misker negash</cp:lastModifiedBy>
  <cp:revision>1</cp:revision>
  <dcterms:created xsi:type="dcterms:W3CDTF">2026-10-01T14:50:24Z</dcterms:created>
  <dcterms:modified xsi:type="dcterms:W3CDTF">2026-10-01T22:34:43Z</dcterms:modified>
</cp:coreProperties>
</file>